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-1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19DDE-C346-461A-B862-11D7A9C36883}" type="datetimeFigureOut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6E835-EDF2-416C-A05A-D236893A32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3347860" y="1160465"/>
            <a:ext cx="648073" cy="1224136"/>
          </a:xfrm>
          <a:prstGeom prst="rect">
            <a:avLst/>
          </a:prstGeom>
          <a:noFill/>
        </p:spPr>
      </p:pic>
      <p:pic>
        <p:nvPicPr>
          <p:cNvPr id="12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4499988" y="1160465"/>
            <a:ext cx="648073" cy="1224136"/>
          </a:xfrm>
          <a:prstGeom prst="rect">
            <a:avLst/>
          </a:prstGeom>
          <a:noFill/>
        </p:spPr>
      </p:pic>
      <p:cxnSp>
        <p:nvCxnSpPr>
          <p:cNvPr id="26" name="직선 연결선 25"/>
          <p:cNvCxnSpPr/>
          <p:nvPr/>
        </p:nvCxnSpPr>
        <p:spPr>
          <a:xfrm>
            <a:off x="3275856" y="4581128"/>
            <a:ext cx="216024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5436096" y="1124744"/>
            <a:ext cx="8384" cy="346476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2915816" y="1556792"/>
            <a:ext cx="252028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5940152" y="1124744"/>
            <a:ext cx="8384" cy="346476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5940152" y="4581128"/>
            <a:ext cx="57606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1763688" y="5301208"/>
            <a:ext cx="475252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1763688" y="3645024"/>
            <a:ext cx="720080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자유형 46"/>
          <p:cNvSpPr/>
          <p:nvPr/>
        </p:nvSpPr>
        <p:spPr>
          <a:xfrm>
            <a:off x="2127647" y="1556792"/>
            <a:ext cx="787003" cy="2136527"/>
          </a:xfrm>
          <a:custGeom>
            <a:avLst/>
            <a:gdLst>
              <a:gd name="connsiteX0" fmla="*/ 787003 w 787003"/>
              <a:gd name="connsiteY0" fmla="*/ 0 h 2250281"/>
              <a:gd name="connsiteX1" fmla="*/ 629841 w 787003"/>
              <a:gd name="connsiteY1" fmla="*/ 1014412 h 2250281"/>
              <a:gd name="connsiteX2" fmla="*/ 51197 w 787003"/>
              <a:gd name="connsiteY2" fmla="*/ 1585912 h 2250281"/>
              <a:gd name="connsiteX3" fmla="*/ 322659 w 787003"/>
              <a:gd name="connsiteY3" fmla="*/ 2250281 h 225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7003" h="2250281">
                <a:moveTo>
                  <a:pt x="787003" y="0"/>
                </a:moveTo>
                <a:cubicBezTo>
                  <a:pt x="769739" y="375046"/>
                  <a:pt x="752475" y="750093"/>
                  <a:pt x="629841" y="1014412"/>
                </a:cubicBezTo>
                <a:cubicBezTo>
                  <a:pt x="507207" y="1278731"/>
                  <a:pt x="102394" y="1379934"/>
                  <a:pt x="51197" y="1585912"/>
                </a:cubicBezTo>
                <a:cubicBezTo>
                  <a:pt x="0" y="1791890"/>
                  <a:pt x="161329" y="2021085"/>
                  <a:pt x="322659" y="2250281"/>
                </a:cubicBezTo>
              </a:path>
            </a:pathLst>
          </a:cu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/>
          <p:cNvCxnSpPr/>
          <p:nvPr/>
        </p:nvCxnSpPr>
        <p:spPr>
          <a:xfrm>
            <a:off x="3851920" y="4869160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4211960" y="4869160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3851920" y="4941168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4211960" y="4941168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3851920" y="5013176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4211960" y="5013176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3851920" y="5085184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4211960" y="5085184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3851920" y="5157192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>
            <a:off x="4211960" y="5157192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3851920" y="5229200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4211960" y="5229200"/>
            <a:ext cx="288032" cy="0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V="1">
            <a:off x="5522392" y="4293096"/>
            <a:ext cx="0" cy="216024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V="1">
            <a:off x="5594400" y="4293096"/>
            <a:ext cx="0" cy="216024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V="1">
            <a:off x="5666408" y="4293096"/>
            <a:ext cx="0" cy="216024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V="1">
            <a:off x="5738416" y="4293096"/>
            <a:ext cx="0" cy="216024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V="1">
            <a:off x="5810424" y="4293096"/>
            <a:ext cx="0" cy="216024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flipV="1">
            <a:off x="5882432" y="4293096"/>
            <a:ext cx="0" cy="216024"/>
          </a:xfrm>
          <a:prstGeom prst="line">
            <a:avLst/>
          </a:prstGeom>
          <a:ln w="635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 flipV="1">
            <a:off x="1763688" y="4581128"/>
            <a:ext cx="855712" cy="838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982543" y="2996952"/>
            <a:ext cx="461665" cy="164564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ko-KR" altLang="en-US" smtClean="0"/>
              <a:t>신축 범일운수</a:t>
            </a:r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3511458" y="112474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우방 아파트</a:t>
            </a:r>
            <a:endParaRPr lang="ko-KR" altLang="en-US"/>
          </a:p>
        </p:txBody>
      </p:sp>
      <p:grpSp>
        <p:nvGrpSpPr>
          <p:cNvPr id="101" name="그룹 100"/>
          <p:cNvGrpSpPr/>
          <p:nvPr/>
        </p:nvGrpSpPr>
        <p:grpSpPr>
          <a:xfrm>
            <a:off x="2555773" y="3251101"/>
            <a:ext cx="419311" cy="1186011"/>
            <a:chOff x="2555773" y="3035077"/>
            <a:chExt cx="419311" cy="1186011"/>
          </a:xfrm>
        </p:grpSpPr>
        <p:pic>
          <p:nvPicPr>
            <p:cNvPr id="11" name="Picture 5" descr="C:\Users\user\newsetc2\버스-우방-무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5400000" flipH="1">
              <a:off x="2172423" y="3418427"/>
              <a:ext cx="1186011" cy="419311"/>
            </a:xfrm>
            <a:prstGeom prst="rect">
              <a:avLst/>
            </a:prstGeom>
            <a:noFill/>
          </p:spPr>
        </p:pic>
        <p:sp>
          <p:nvSpPr>
            <p:cNvPr id="98" name="TextBox 97"/>
            <p:cNvSpPr txBox="1"/>
            <p:nvPr/>
          </p:nvSpPr>
          <p:spPr>
            <a:xfrm rot="16200000">
              <a:off x="2467446" y="3407454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mtClean="0"/>
                <a:t>N51</a:t>
              </a:r>
              <a:endParaRPr lang="ko-KR" altLang="en-US"/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3707904" y="4149080"/>
            <a:ext cx="1186011" cy="419311"/>
            <a:chOff x="3707904" y="4149080"/>
            <a:chExt cx="1186011" cy="419311"/>
          </a:xfrm>
        </p:grpSpPr>
        <p:pic>
          <p:nvPicPr>
            <p:cNvPr id="4" name="Picture 5" descr="C:\Users\user\newsetc2\버스-우방-무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0800000" flipH="1">
              <a:off x="3707904" y="4149080"/>
              <a:ext cx="1186011" cy="419311"/>
            </a:xfrm>
            <a:prstGeom prst="rect">
              <a:avLst/>
            </a:prstGeom>
            <a:noFill/>
          </p:spPr>
        </p:pic>
        <p:sp>
          <p:nvSpPr>
            <p:cNvPr id="99" name="TextBox 98"/>
            <p:cNvSpPr txBox="1"/>
            <p:nvPr/>
          </p:nvSpPr>
          <p:spPr>
            <a:xfrm>
              <a:off x="3995936" y="4184800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mtClean="0"/>
                <a:t>N51</a:t>
              </a:r>
              <a:endParaRPr lang="ko-KR" altLang="en-US"/>
            </a:p>
          </p:txBody>
        </p:sp>
      </p:grpSp>
      <p:sp>
        <p:nvSpPr>
          <p:cNvPr id="102" name="포인트가 7개인 별 101"/>
          <p:cNvSpPr/>
          <p:nvPr/>
        </p:nvSpPr>
        <p:spPr>
          <a:xfrm>
            <a:off x="2195736" y="2780928"/>
            <a:ext cx="648072" cy="648072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44000" rIns="0" bIns="0" rtlCol="0" anchor="ctr" anchorCtr="1"/>
          <a:lstStyle/>
          <a:p>
            <a:pPr algn="ctr"/>
            <a:r>
              <a:rPr lang="ko-KR" altLang="en-US" sz="1000" smtClean="0"/>
              <a:t>주차금지</a:t>
            </a:r>
            <a:endParaRPr lang="ko-KR" altLang="en-US" sz="1400"/>
          </a:p>
        </p:txBody>
      </p:sp>
      <p:sp>
        <p:nvSpPr>
          <p:cNvPr id="103" name="포인트가 7개인 별 102"/>
          <p:cNvSpPr/>
          <p:nvPr/>
        </p:nvSpPr>
        <p:spPr>
          <a:xfrm>
            <a:off x="4788024" y="4077072"/>
            <a:ext cx="648072" cy="648072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44000" rIns="0" bIns="0" rtlCol="0" anchor="ctr" anchorCtr="1"/>
          <a:lstStyle/>
          <a:p>
            <a:pPr algn="ctr"/>
            <a:r>
              <a:rPr lang="ko-KR" altLang="en-US" sz="1000" smtClean="0"/>
              <a:t>주차금지</a:t>
            </a:r>
            <a:endParaRPr lang="ko-KR" altLang="en-US" sz="1400"/>
          </a:p>
        </p:txBody>
      </p:sp>
      <p:sp>
        <p:nvSpPr>
          <p:cNvPr id="104" name="포인트가 7개인 별 103"/>
          <p:cNvSpPr/>
          <p:nvPr/>
        </p:nvSpPr>
        <p:spPr>
          <a:xfrm>
            <a:off x="3059832" y="4077072"/>
            <a:ext cx="648072" cy="648072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44000" rIns="0" bIns="0" rtlCol="0" anchor="ctr" anchorCtr="1"/>
          <a:lstStyle/>
          <a:p>
            <a:pPr algn="ctr"/>
            <a:r>
              <a:rPr lang="ko-KR" altLang="en-US" sz="1000" smtClean="0"/>
              <a:t>주차금지</a:t>
            </a:r>
            <a:endParaRPr lang="ko-KR" altLang="en-US" sz="1400"/>
          </a:p>
        </p:txBody>
      </p:sp>
      <p:pic>
        <p:nvPicPr>
          <p:cNvPr id="75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3347864" y="1592509"/>
            <a:ext cx="648073" cy="1224136"/>
          </a:xfrm>
          <a:prstGeom prst="rect">
            <a:avLst/>
          </a:prstGeom>
          <a:noFill/>
        </p:spPr>
      </p:pic>
      <p:pic>
        <p:nvPicPr>
          <p:cNvPr id="76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4499992" y="1592509"/>
            <a:ext cx="648073" cy="1224136"/>
          </a:xfrm>
          <a:prstGeom prst="rect">
            <a:avLst/>
          </a:prstGeom>
          <a:noFill/>
        </p:spPr>
      </p:pic>
      <p:pic>
        <p:nvPicPr>
          <p:cNvPr id="77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3347868" y="2024553"/>
            <a:ext cx="648073" cy="1224136"/>
          </a:xfrm>
          <a:prstGeom prst="rect">
            <a:avLst/>
          </a:prstGeom>
          <a:noFill/>
        </p:spPr>
      </p:pic>
      <p:pic>
        <p:nvPicPr>
          <p:cNvPr id="78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4499996" y="2024553"/>
            <a:ext cx="648073" cy="1224136"/>
          </a:xfrm>
          <a:prstGeom prst="rect">
            <a:avLst/>
          </a:prstGeom>
          <a:noFill/>
        </p:spPr>
      </p:pic>
      <p:pic>
        <p:nvPicPr>
          <p:cNvPr id="79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3347872" y="2456597"/>
            <a:ext cx="648073" cy="1224136"/>
          </a:xfrm>
          <a:prstGeom prst="rect">
            <a:avLst/>
          </a:prstGeom>
          <a:noFill/>
        </p:spPr>
      </p:pic>
      <p:pic>
        <p:nvPicPr>
          <p:cNvPr id="80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4500000" y="2456597"/>
            <a:ext cx="648073" cy="1224136"/>
          </a:xfrm>
          <a:prstGeom prst="rect">
            <a:avLst/>
          </a:prstGeom>
          <a:noFill/>
        </p:spPr>
      </p:pic>
      <p:pic>
        <p:nvPicPr>
          <p:cNvPr id="81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3347876" y="2888641"/>
            <a:ext cx="648073" cy="1224136"/>
          </a:xfrm>
          <a:prstGeom prst="rect">
            <a:avLst/>
          </a:prstGeom>
          <a:noFill/>
        </p:spPr>
      </p:pic>
      <p:pic>
        <p:nvPicPr>
          <p:cNvPr id="82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4500004" y="2888641"/>
            <a:ext cx="648073" cy="1224136"/>
          </a:xfrm>
          <a:prstGeom prst="rect">
            <a:avLst/>
          </a:prstGeom>
          <a:noFill/>
        </p:spPr>
      </p:pic>
      <p:pic>
        <p:nvPicPr>
          <p:cNvPr id="83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3347880" y="3320685"/>
            <a:ext cx="648073" cy="1224136"/>
          </a:xfrm>
          <a:prstGeom prst="rect">
            <a:avLst/>
          </a:prstGeom>
          <a:noFill/>
        </p:spPr>
      </p:pic>
      <p:pic>
        <p:nvPicPr>
          <p:cNvPr id="84" name="Picture 3" descr="C:\Users\user\newsetc2\버스-전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V="1">
            <a:off x="4500008" y="3320685"/>
            <a:ext cx="648073" cy="1224136"/>
          </a:xfrm>
          <a:prstGeom prst="rect">
            <a:avLst/>
          </a:prstGeom>
          <a:noFill/>
        </p:spPr>
      </p:pic>
      <p:cxnSp>
        <p:nvCxnSpPr>
          <p:cNvPr id="92" name="직선 연결선 91"/>
          <p:cNvCxnSpPr/>
          <p:nvPr/>
        </p:nvCxnSpPr>
        <p:spPr>
          <a:xfrm>
            <a:off x="1763688" y="5525616"/>
            <a:ext cx="475252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3275856" y="4797152"/>
            <a:ext cx="324036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 flipV="1">
            <a:off x="1763688" y="4788768"/>
            <a:ext cx="855712" cy="838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</Words>
  <Application>Microsoft Office PowerPoint</Application>
  <PresentationFormat>화면 슬라이드 쇼(4:3)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6</cp:revision>
  <dcterms:created xsi:type="dcterms:W3CDTF">2026-07-11T21:32:17Z</dcterms:created>
  <dcterms:modified xsi:type="dcterms:W3CDTF">2026-07-12T04:25:27Z</dcterms:modified>
</cp:coreProperties>
</file>